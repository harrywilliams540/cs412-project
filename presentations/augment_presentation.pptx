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cfa2c0f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cfa2c0f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cfa2c0f5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cfa2c0f5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db9cf5c6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db9cf5c6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dbd5f7a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dbd5f7a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cfa2c0f5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cfa2c0f5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cfa2c0f5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cfa2c0f5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50" y="3425050"/>
            <a:ext cx="2836900" cy="18865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Augment the Study</a:t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1152475"/>
            <a:ext cx="53799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-Finding our lower bound-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Has to be: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Lower Bound cost ≤ Optimal cost ≤ Approx cost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is important because it provides a baseline so we know how close our approximation is to our optimal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3"/>
          <p:cNvCxnSpPr/>
          <p:nvPr/>
        </p:nvCxnSpPr>
        <p:spPr>
          <a:xfrm>
            <a:off x="6376850" y="1096300"/>
            <a:ext cx="0" cy="348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/>
          <p:nvPr/>
        </p:nvCxnSpPr>
        <p:spPr>
          <a:xfrm>
            <a:off x="5915450" y="4266425"/>
            <a:ext cx="9228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13"/>
          <p:cNvCxnSpPr/>
          <p:nvPr/>
        </p:nvCxnSpPr>
        <p:spPr>
          <a:xfrm>
            <a:off x="5915450" y="3569200"/>
            <a:ext cx="922800" cy="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5915450" y="3237400"/>
            <a:ext cx="922800" cy="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998075" y="4040075"/>
            <a:ext cx="15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Lower bound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998075" y="3425050"/>
            <a:ext cx="18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Optimal Solution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998075" y="2791775"/>
            <a:ext cx="186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Approximation Solution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10575" y="2527700"/>
            <a:ext cx="11847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Poly 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527725" y="2503400"/>
            <a:ext cx="11847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 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904325" y="2549000"/>
            <a:ext cx="1184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Poly time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our lower bound  – 1 tree bound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152475"/>
            <a:ext cx="518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1 - pick a root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2 - build an MST with on all nodes except the root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3 - add the two cheapest edges incident to the root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Runtime O(n² log n)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7725" y="1238250"/>
            <a:ext cx="24765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- lower bound / approx / exact-</a:t>
            </a:r>
            <a:endParaRPr/>
          </a:p>
        </p:txBody>
      </p:sp>
      <p:pic>
        <p:nvPicPr>
          <p:cNvPr id="79" name="Google Shape;79;p1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5550"/>
            <a:ext cx="4432524" cy="27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2525" y="1261500"/>
            <a:ext cx="4659549" cy="288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values - Gap Percentage</a:t>
            </a:r>
            <a:endParaRPr/>
          </a:p>
        </p:txBody>
      </p:sp>
      <p:pic>
        <p:nvPicPr>
          <p:cNvPr id="86" name="Google Shape;86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2525"/>
            <a:ext cx="617947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6111900" y="1438550"/>
            <a:ext cx="32148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(approx - lower) / lower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average: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19.9%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Business man (Provided by Getty Images)"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9350" y="2303750"/>
            <a:ext cx="1540499" cy="2839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2854950" y="643075"/>
            <a:ext cx="343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mean?</a:t>
            </a:r>
            <a:endParaRPr/>
          </a:p>
        </p:txBody>
      </p:sp>
      <p:pic>
        <p:nvPicPr>
          <p:cNvPr descr="Professional business man working at the office (Provided by Getty Images)"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138" y="1350275"/>
            <a:ext cx="5431736" cy="362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5000"/>
            <a:ext cx="8327025" cy="37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 title="downlo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253" y="1596928"/>
            <a:ext cx="2169200" cy="32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